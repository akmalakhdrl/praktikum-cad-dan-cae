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3" r:id="rId5"/>
    <p:sldId id="258" r:id="rId6"/>
    <p:sldId id="264" r:id="rId7"/>
    <p:sldId id="265" r:id="rId8"/>
    <p:sldId id="259" r:id="rId9"/>
    <p:sldId id="266" r:id="rId10"/>
    <p:sldId id="260" r:id="rId11"/>
    <p:sldId id="267" r:id="rId12"/>
    <p:sldId id="261" r:id="rId13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A5F2-52A8-4A51-84A7-39BE63C4906E}" type="datetimeFigureOut">
              <a:rPr lang="id-ID" smtClean="0"/>
              <a:t>23/02/2026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26E3-71CF-40C0-BF80-A55375E693E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7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A5F2-52A8-4A51-84A7-39BE63C4906E}" type="datetimeFigureOut">
              <a:rPr lang="id-ID" smtClean="0"/>
              <a:t>23/02/2026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26E3-71CF-40C0-BF80-A55375E693E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40786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A5F2-52A8-4A51-84A7-39BE63C4906E}" type="datetimeFigureOut">
              <a:rPr lang="id-ID" smtClean="0"/>
              <a:t>23/02/2026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26E3-71CF-40C0-BF80-A55375E693E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3478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A5F2-52A8-4A51-84A7-39BE63C4906E}" type="datetimeFigureOut">
              <a:rPr lang="id-ID" smtClean="0"/>
              <a:t>23/02/2026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26E3-71CF-40C0-BF80-A55375E693E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56166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A5F2-52A8-4A51-84A7-39BE63C4906E}" type="datetimeFigureOut">
              <a:rPr lang="id-ID" smtClean="0"/>
              <a:t>23/02/2026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26E3-71CF-40C0-BF80-A55375E693E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59259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A5F2-52A8-4A51-84A7-39BE63C4906E}" type="datetimeFigureOut">
              <a:rPr lang="id-ID" smtClean="0"/>
              <a:t>23/02/2026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26E3-71CF-40C0-BF80-A55375E693E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8898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A5F2-52A8-4A51-84A7-39BE63C4906E}" type="datetimeFigureOut">
              <a:rPr lang="id-ID" smtClean="0"/>
              <a:t>23/02/2026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26E3-71CF-40C0-BF80-A55375E693E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7548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A5F2-52A8-4A51-84A7-39BE63C4906E}" type="datetimeFigureOut">
              <a:rPr lang="id-ID" smtClean="0"/>
              <a:t>23/02/2026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26E3-71CF-40C0-BF80-A55375E693E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49938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A5F2-52A8-4A51-84A7-39BE63C4906E}" type="datetimeFigureOut">
              <a:rPr lang="id-ID" smtClean="0"/>
              <a:t>23/02/2026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26E3-71CF-40C0-BF80-A55375E693E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60501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A5F2-52A8-4A51-84A7-39BE63C4906E}" type="datetimeFigureOut">
              <a:rPr lang="id-ID" smtClean="0"/>
              <a:t>23/02/2026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26E3-71CF-40C0-BF80-A55375E693E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05376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A5F2-52A8-4A51-84A7-39BE63C4906E}" type="datetimeFigureOut">
              <a:rPr lang="id-ID" smtClean="0"/>
              <a:t>23/02/2026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26E3-71CF-40C0-BF80-A55375E693E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008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6A5F2-52A8-4A51-84A7-39BE63C4906E}" type="datetimeFigureOut">
              <a:rPr lang="id-ID" smtClean="0"/>
              <a:t>23/02/2026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726E3-71CF-40C0-BF80-A55375E693E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5605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/>
              <a:t>Relasi pada Solid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12946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Relasi pada Sebuah Titik Tunggal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8" y="1556792"/>
            <a:ext cx="8804209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8537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310"/>
            <a:ext cx="9144000" cy="6865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4339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Relasi antara 2 Titik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1" y="1556792"/>
            <a:ext cx="9082849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6691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92" y="15187"/>
            <a:ext cx="9157891" cy="6986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17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Relasi antara Titik dan Garis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573337"/>
            <a:ext cx="9144000" cy="4519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2286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Relasi pada Sebuah Garis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1" y="1543050"/>
            <a:ext cx="9069423" cy="4622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3084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-29915"/>
            <a:ext cx="7884368" cy="6838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4376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9029018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89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-19121"/>
            <a:ext cx="8280920" cy="685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1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0" y="188640"/>
            <a:ext cx="8958290" cy="640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3015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2" y="605979"/>
            <a:ext cx="10201323" cy="5565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8095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22</Words>
  <Application>Microsoft Office PowerPoint</Application>
  <PresentationFormat>On-screen Show (4:3)</PresentationFormat>
  <Paragraphs>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Relasi pada Solid Work</vt:lpstr>
      <vt:lpstr>Relasi pada Sebuah Titik Tunggal</vt:lpstr>
      <vt:lpstr>PowerPoint Presentation</vt:lpstr>
      <vt:lpstr>Relasi antara 2 Titik</vt:lpstr>
      <vt:lpstr>PowerPoint Presentation</vt:lpstr>
      <vt:lpstr>Relasi antara Titik dan Garis</vt:lpstr>
      <vt:lpstr>Relasi pada Sebuah Garis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CITA ITB</dc:creator>
  <cp:lastModifiedBy>Megarini Hersaputri</cp:lastModifiedBy>
  <cp:revision>4</cp:revision>
  <dcterms:created xsi:type="dcterms:W3CDTF">2019-01-29T04:41:22Z</dcterms:created>
  <dcterms:modified xsi:type="dcterms:W3CDTF">2026-02-23T06:10:37Z</dcterms:modified>
</cp:coreProperties>
</file>